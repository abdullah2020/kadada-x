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98" autoAdjust="0"/>
  </p:normalViewPr>
  <p:slideViewPr>
    <p:cSldViewPr snapToGrid="0">
      <p:cViewPr varScale="1">
        <p:scale>
          <a:sx n="124" d="100"/>
          <a:sy n="124" d="100"/>
        </p:scale>
        <p:origin x="122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Hello everyone,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62da5b0e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62da5b0e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62da5b0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62da5b0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62da5b0e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62da5b0e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079138"/>
            <a:ext cx="9144000" cy="20432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dirty="0"/>
              <a:t>Kadada-X: An AI-Powered Rice Leaf Disease Detection and Recommendation System</a:t>
            </a:r>
            <a:endParaRPr sz="2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251150"/>
            <a:ext cx="8520600" cy="17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BY: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Abdullahi Isa AHMED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3MTT Fellow ID: </a:t>
            </a:r>
            <a:r>
              <a:rPr lang="en-GB" b="1" dirty="0"/>
              <a:t>FE/23/39125017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Yobe State - AI/ML - Cohort 3</a:t>
            </a: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1568"/>
          <a:stretch/>
        </p:blipFill>
        <p:spPr>
          <a:xfrm>
            <a:off x="6662625" y="0"/>
            <a:ext cx="2481373" cy="11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65213" y="981334"/>
            <a:ext cx="5445900" cy="2017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Increasing focus on rice cultivation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Urgent need to detect and address rice leaf diseases (a case study from the local farmers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Providing practical, localized solutions for farmers, delivered in their native languages.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farmer_mahir">
            <a:hlinkClick r:id="" action="ppaction://media"/>
            <a:extLst>
              <a:ext uri="{FF2B5EF4-FFF2-40B4-BE49-F238E27FC236}">
                <a16:creationId xmlns:a16="http://schemas.microsoft.com/office/drawing/2014/main" id="{C2D4D946-2562-6615-EB81-9C267D6836A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900" end="7894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97575" y="3407628"/>
            <a:ext cx="487363" cy="4873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Picture 3" descr="A person standing next to another person&#10;&#10;AI-generated content may be incorrect.">
            <a:extLst>
              <a:ext uri="{FF2B5EF4-FFF2-40B4-BE49-F238E27FC236}">
                <a16:creationId xmlns:a16="http://schemas.microsoft.com/office/drawing/2014/main" id="{E73A5DE9-4338-2857-4B30-66912A2615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362" y="24714"/>
            <a:ext cx="3378854" cy="50682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92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Model: Kadada-X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974" y="669900"/>
            <a:ext cx="6639027" cy="432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2186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/>
              <a:t>KadadaX Demo</a:t>
            </a:r>
            <a:endParaRPr sz="302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011" y="280937"/>
            <a:ext cx="2215977" cy="1608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78</Words>
  <Application>Microsoft Office PowerPoint</Application>
  <PresentationFormat>On-screen Show (16:9)</PresentationFormat>
  <Paragraphs>15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Simple Light</vt:lpstr>
      <vt:lpstr>Kadada-X: An AI-Powered Rice Leaf Disease Detection and Recommendation System</vt:lpstr>
      <vt:lpstr>Motivation</vt:lpstr>
      <vt:lpstr>System Model: Kadada-X</vt:lpstr>
      <vt:lpstr>KadadaX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Abdullahi ISA AHMED</cp:lastModifiedBy>
  <cp:revision>3</cp:revision>
  <dcterms:modified xsi:type="dcterms:W3CDTF">2025-07-31T18:21:39Z</dcterms:modified>
</cp:coreProperties>
</file>